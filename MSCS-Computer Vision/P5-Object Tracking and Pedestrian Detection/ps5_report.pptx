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64" d="100"/>
          <a:sy n="164" d="100"/>
        </p:scale>
        <p:origin x="-114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68438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Shape 2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Shape 2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Shape 2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Shape 2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Shape 2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ight-gradient">
    <p:bg>
      <p:bgPr>
        <a:gradFill>
          <a:gsLst>
            <a:gs pos="0">
              <a:schemeClr val="lt1"/>
            </a:gs>
            <a:gs pos="30000">
              <a:schemeClr val="lt1"/>
            </a:gs>
            <a:gs pos="100000">
              <a:schemeClr val="lt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 sz="30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ctrTitle"/>
          </p:nvPr>
        </p:nvSpPr>
        <p:spPr>
          <a:xfrm>
            <a:off x="685800" y="265900"/>
            <a:ext cx="7772400" cy="247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Computer Vision </a:t>
            </a:r>
            <a:endParaRPr sz="36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Spring 2018</a:t>
            </a:r>
            <a:endParaRPr sz="360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Problem Set #5</a:t>
            </a:r>
            <a:endParaRPr sz="3600"/>
          </a:p>
        </p:txBody>
      </p:sp>
      <p:sp>
        <p:nvSpPr>
          <p:cNvPr id="35" name="Shape 35"/>
          <p:cNvSpPr txBox="1">
            <a:spLocks noGrp="1"/>
          </p:cNvSpPr>
          <p:nvPr>
            <p:ph type="subTitle" idx="1"/>
          </p:nvPr>
        </p:nvSpPr>
        <p:spPr>
          <a:xfrm>
            <a:off x="685800" y="3042499"/>
            <a:ext cx="7772400" cy="11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/>
              <a:t>Sergiy</a:t>
            </a:r>
            <a:r>
              <a:rPr lang="en-US" sz="1800" dirty="0" smtClean="0"/>
              <a:t> </a:t>
            </a:r>
            <a:r>
              <a:rPr lang="en-US" sz="1800" dirty="0" err="1" smtClean="0"/>
              <a:t>Palguyev</a:t>
            </a:r>
            <a:endParaRPr sz="18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/>
              <a:t>Sergiy.Palguyev@gatech.edu</a:t>
            </a:r>
            <a:endParaRPr sz="1800"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Shape 36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KF Tracking a circle</a:t>
            </a:r>
            <a:endParaRPr/>
          </a:p>
        </p:txBody>
      </p:sp>
      <p:sp>
        <p:nvSpPr>
          <p:cNvPr id="42" name="Shape 4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43" name="Shape 43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ps5-1-b-1.png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Shape 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1430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KF Tracking a circle (cont.)</a:t>
            </a:r>
            <a:endParaRPr/>
          </a:p>
        </p:txBody>
      </p:sp>
      <p:sp>
        <p:nvSpPr>
          <p:cNvPr id="50" name="Shape 50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51" name="Shape 51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ps5-1-b-2.png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Shape 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1430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KF Tracking a circle (cont.)</a:t>
            </a:r>
            <a:endParaRPr/>
          </a:p>
        </p:txBody>
      </p:sp>
      <p:sp>
        <p:nvSpPr>
          <p:cNvPr id="58" name="Shape 58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59" name="Shape 59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ps5-1-b-3.png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Shape 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1430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KF Tracking a circle (cont.)</a:t>
            </a:r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67" name="Shape 67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ps5-1-b-4.png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Shape 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1430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1c: KF Tracking pedestrians</a:t>
            </a:r>
            <a:endParaRPr/>
          </a:p>
        </p:txBody>
      </p:sp>
      <p:sp>
        <p:nvSpPr>
          <p:cNvPr id="74" name="Shape 74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75" name="Shape 75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ps5-1-c-1.png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Shape 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1c: KF Tracking pedestrians</a:t>
            </a: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83" name="Shape 83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ps5-1-c-2.png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Shape 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1c: KF Tracking pedestrians</a:t>
            </a: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91" name="Shape 91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ps5-1-c-3.png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Shape 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1c: KF Tracking pedestrians</a:t>
            </a:r>
            <a:endParaRPr/>
          </a:p>
        </p:txBody>
      </p:sp>
      <p:sp>
        <p:nvSpPr>
          <p:cNvPr id="98" name="Shape 98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99" name="Shape 99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ps5-1-c-4.png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Shape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2a: PF Tracking a circle</a:t>
            </a: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07" name="Shape 107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ps5-2-a-1.png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Shape 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2a: PF Tracking a circle (cont.)</a:t>
            </a:r>
            <a:endParaRPr/>
          </a:p>
        </p:txBody>
      </p:sp>
      <p:sp>
        <p:nvSpPr>
          <p:cNvPr id="114" name="Shape 114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15" name="Shape 115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ps5-2-a-2.png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Shape 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2a: PF Tracking a circle (cont.)</a:t>
            </a:r>
            <a:endParaRPr/>
          </a:p>
        </p:txBody>
      </p:sp>
      <p:sp>
        <p:nvSpPr>
          <p:cNvPr id="122" name="Shape 12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23" name="Shape 123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ps5-2-a-3.png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Shape 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2a: PF Tracking a circle (cont.)</a:t>
            </a:r>
            <a:endParaRPr/>
          </a:p>
        </p:txBody>
      </p:sp>
      <p:sp>
        <p:nvSpPr>
          <p:cNvPr id="130" name="Shape 130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31" name="Shape 131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ps5-2-a-4.png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Shape 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2b: PF Tracking noisy video</a:t>
            </a:r>
            <a:endParaRPr/>
          </a:p>
        </p:txBody>
      </p:sp>
      <p:sp>
        <p:nvSpPr>
          <p:cNvPr id="138" name="Shape 138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39" name="Shape 139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ps5-2-b-1.png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Shape 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2b: PF Tracking noisy video (cont.)</a:t>
            </a:r>
            <a:endParaRPr/>
          </a:p>
        </p:txBody>
      </p:sp>
      <p:sp>
        <p:nvSpPr>
          <p:cNvPr id="146" name="Shape 146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47" name="Shape 147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ps5-2-b-2.png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Shape 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2b: PF Tracking noisy video (cont.)</a:t>
            </a:r>
            <a:endParaRPr/>
          </a:p>
        </p:txBody>
      </p:sp>
      <p:sp>
        <p:nvSpPr>
          <p:cNvPr id="154" name="Shape 154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55" name="Shape 155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ps5-2-b-3.png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Shape 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2b: PF Tracking noisy video (cont.)</a:t>
            </a:r>
            <a:endParaRPr/>
          </a:p>
        </p:txBody>
      </p:sp>
      <p:sp>
        <p:nvSpPr>
          <p:cNvPr id="162" name="Shape 16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63" name="Shape 163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ps5-2-b-4.png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Shape 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3a: PF Changes in Appearance</a:t>
            </a:r>
            <a:endParaRPr/>
          </a:p>
        </p:txBody>
      </p:sp>
      <p:sp>
        <p:nvSpPr>
          <p:cNvPr id="170" name="Shape 170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71" name="Shape 171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ps5-3-a-1.png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Shape 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3a: PF Changes in Appearance (cont.)</a:t>
            </a:r>
            <a:endParaRPr sz="3400"/>
          </a:p>
        </p:txBody>
      </p:sp>
      <p:sp>
        <p:nvSpPr>
          <p:cNvPr id="178" name="Shape 178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79" name="Shape 179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ps5-3-a-2.png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Shape 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3a: PF Changes in Appearance (cont.)</a:t>
            </a:r>
            <a:endParaRPr sz="3400"/>
          </a:p>
        </p:txBody>
      </p:sp>
      <p:sp>
        <p:nvSpPr>
          <p:cNvPr id="186" name="Shape 186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87" name="Shape 187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ps5-3-a-3.png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Shape 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4a: PF Occlusions</a:t>
            </a:r>
            <a:endParaRPr/>
          </a:p>
        </p:txBody>
      </p:sp>
      <p:sp>
        <p:nvSpPr>
          <p:cNvPr id="194" name="Shape 194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195" name="Shape 195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ps5-4-a-1.png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Shape 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4a: PF Occlusions (cont.)</a:t>
            </a:r>
            <a:endParaRPr/>
          </a:p>
        </p:txBody>
      </p:sp>
      <p:sp>
        <p:nvSpPr>
          <p:cNvPr id="202" name="Shape 20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03" name="Shape 203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ps5-4-a-2.png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Shape 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4a: PF Occlusions (cont.)</a:t>
            </a:r>
            <a:endParaRPr/>
          </a:p>
        </p:txBody>
      </p:sp>
      <p:sp>
        <p:nvSpPr>
          <p:cNvPr id="210" name="Shape 210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11" name="Shape 211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ps5-4-a-3.png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Shape 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4a: PF Occlusions (cont.)</a:t>
            </a:r>
            <a:endParaRPr/>
          </a:p>
        </p:txBody>
      </p:sp>
      <p:sp>
        <p:nvSpPr>
          <p:cNvPr id="218" name="Shape 218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19" name="Shape 219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ps5-4-a-4.png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Shape 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89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4: Text response</a:t>
            </a:r>
            <a:endParaRPr/>
          </a:p>
        </p:txBody>
      </p:sp>
      <p:sp>
        <p:nvSpPr>
          <p:cNvPr id="226" name="Shape 226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27" name="Shape 22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5: Tracking multiple targets</a:t>
            </a:r>
            <a:endParaRPr/>
          </a:p>
        </p:txBody>
      </p:sp>
      <p:sp>
        <p:nvSpPr>
          <p:cNvPr id="233" name="Shape 233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34" name="Shape 234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ps5-5-a-1.png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Shape 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5: Tracking multiple targets (cont.)</a:t>
            </a:r>
            <a:endParaRPr/>
          </a:p>
        </p:txBody>
      </p:sp>
      <p:sp>
        <p:nvSpPr>
          <p:cNvPr id="241" name="Shape 241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42" name="Shape 242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ps5-5-a-2.png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Shape 2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5: Tracking multiple targets (cont.)</a:t>
            </a:r>
            <a:endParaRPr/>
          </a:p>
        </p:txBody>
      </p:sp>
      <p:sp>
        <p:nvSpPr>
          <p:cNvPr id="249" name="Shape 249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50" name="Shape 250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ps5-5-a-3.png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Shape 2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89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5: Text response</a:t>
            </a:r>
            <a:endParaRPr/>
          </a:p>
        </p:txBody>
      </p:sp>
      <p:sp>
        <p:nvSpPr>
          <p:cNvPr id="257" name="Shape 257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 Challenge Problem</a:t>
            </a:r>
            <a:endParaRPr/>
          </a:p>
        </p:txBody>
      </p:sp>
      <p:sp>
        <p:nvSpPr>
          <p:cNvPr id="264" name="Shape 264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65" name="Shape 265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ps5-6-a-1.png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Shape 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 Challenge Problem (cont.)</a:t>
            </a:r>
            <a:endParaRPr/>
          </a:p>
        </p:txBody>
      </p:sp>
      <p:sp>
        <p:nvSpPr>
          <p:cNvPr id="272" name="Shape 272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73" name="Shape 273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ps5-6-a-2.png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Shape 2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 Challenge Problem (cont.)</a:t>
            </a:r>
            <a:endParaRPr/>
          </a:p>
        </p:txBody>
      </p:sp>
      <p:sp>
        <p:nvSpPr>
          <p:cNvPr id="280" name="Shape 280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81" name="Shape 281"/>
          <p:cNvSpPr txBox="1"/>
          <p:nvPr/>
        </p:nvSpPr>
        <p:spPr>
          <a:xfrm>
            <a:off x="2412600" y="4313525"/>
            <a:ext cx="4318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ps5-6-a-3.png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Shape 2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50" y="1153975"/>
            <a:ext cx="3915698" cy="3068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89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 Challenge Problem Text response</a:t>
            </a:r>
            <a:endParaRPr/>
          </a:p>
        </p:txBody>
      </p:sp>
      <p:sp>
        <p:nvSpPr>
          <p:cNvPr id="288" name="Shape 288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  <p:sp>
        <p:nvSpPr>
          <p:cNvPr id="289" name="Shape 28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ht Gradien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On-screen Show (16:9)</PresentationFormat>
  <Paragraphs>99</Paragraphs>
  <Slides>33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Light Gradient</vt:lpstr>
      <vt:lpstr>Computer Vision  Spring 2018 Problem Set #5</vt:lpstr>
      <vt:lpstr>1b: KF Tracking a circle</vt:lpstr>
      <vt:lpstr>1b: KF Tracking a circle (cont.)</vt:lpstr>
      <vt:lpstr>1b: KF Tracking a circle (cont.)</vt:lpstr>
      <vt:lpstr>1b: KF Tracking a circle (cont.)</vt:lpstr>
      <vt:lpstr>1c: KF Tracking pedestrians</vt:lpstr>
      <vt:lpstr>1c: KF Tracking pedestrians</vt:lpstr>
      <vt:lpstr>1c: KF Tracking pedestrians</vt:lpstr>
      <vt:lpstr>1c: KF Tracking pedestrians</vt:lpstr>
      <vt:lpstr>2a: PF Tracking a circle</vt:lpstr>
      <vt:lpstr>2a: PF Tracking a circle (cont.)</vt:lpstr>
      <vt:lpstr>2a: PF Tracking a circle (cont.)</vt:lpstr>
      <vt:lpstr>2a: PF Tracking a circle (cont.)</vt:lpstr>
      <vt:lpstr>2b: PF Tracking noisy video</vt:lpstr>
      <vt:lpstr>2b: PF Tracking noisy video (cont.)</vt:lpstr>
      <vt:lpstr>2b: PF Tracking noisy video (cont.)</vt:lpstr>
      <vt:lpstr>2b: PF Tracking noisy video (cont.)</vt:lpstr>
      <vt:lpstr>3a: PF Changes in Appearance</vt:lpstr>
      <vt:lpstr>3a: PF Changes in Appearance (cont.)</vt:lpstr>
      <vt:lpstr>3a: PF Changes in Appearance (cont.)</vt:lpstr>
      <vt:lpstr>4a: PF Occlusions</vt:lpstr>
      <vt:lpstr>4a: PF Occlusions (cont.)</vt:lpstr>
      <vt:lpstr>4a: PF Occlusions (cont.)</vt:lpstr>
      <vt:lpstr>4a: PF Occlusions (cont.)</vt:lpstr>
      <vt:lpstr>4: Text response</vt:lpstr>
      <vt:lpstr>5: Tracking multiple targets</vt:lpstr>
      <vt:lpstr>5: Tracking multiple targets (cont.)</vt:lpstr>
      <vt:lpstr>5: Tracking multiple targets (cont.)</vt:lpstr>
      <vt:lpstr>5: Text response</vt:lpstr>
      <vt:lpstr>6: Challenge Problem</vt:lpstr>
      <vt:lpstr>6: Challenge Problem (cont.)</vt:lpstr>
      <vt:lpstr>6: Challenge Problem (cont.)</vt:lpstr>
      <vt:lpstr>6: Challenge Problem Text response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 Spring 2018 Problem Set #5</dc:title>
  <dc:creator>Astro</dc:creator>
  <cp:lastModifiedBy>Windows User</cp:lastModifiedBy>
  <cp:revision>1</cp:revision>
  <dcterms:modified xsi:type="dcterms:W3CDTF">2018-03-19T09:18:42Z</dcterms:modified>
</cp:coreProperties>
</file>