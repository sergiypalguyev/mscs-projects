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7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64" d="100"/>
          <a:sy n="164" d="100"/>
        </p:scale>
        <p:origin x="-114" y="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02165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Shape 1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ight-gradient">
    <p:bg>
      <p:bgPr>
        <a:gradFill>
          <a:gsLst>
            <a:gs pos="0">
              <a:schemeClr val="lt1"/>
            </a:gs>
            <a:gs pos="30000">
              <a:schemeClr val="lt1"/>
            </a:gs>
            <a:gs pos="100000">
              <a:schemeClr val="lt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 sz="30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ctrTitle"/>
          </p:nvPr>
        </p:nvSpPr>
        <p:spPr>
          <a:xfrm>
            <a:off x="685800" y="265900"/>
            <a:ext cx="7772400" cy="247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Computer Vision </a:t>
            </a:r>
            <a:endParaRPr sz="36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Fall 2017</a:t>
            </a:r>
            <a:endParaRPr sz="360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Problem Set #6</a:t>
            </a:r>
            <a:endParaRPr sz="3600"/>
          </a:p>
        </p:txBody>
      </p:sp>
      <p:sp>
        <p:nvSpPr>
          <p:cNvPr id="35" name="Shape 35"/>
          <p:cNvSpPr txBox="1">
            <a:spLocks noGrp="1"/>
          </p:cNvSpPr>
          <p:nvPr>
            <p:ph type="subTitle" idx="1"/>
          </p:nvPr>
        </p:nvSpPr>
        <p:spPr>
          <a:xfrm>
            <a:off x="685800" y="3042499"/>
            <a:ext cx="7772400" cy="11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/>
              <a:t>Sergiy</a:t>
            </a:r>
            <a:r>
              <a:rPr lang="en-US" sz="1800" dirty="0" smtClean="0"/>
              <a:t> </a:t>
            </a:r>
            <a:r>
              <a:rPr lang="en-US" sz="1800" dirty="0" err="1" smtClean="0"/>
              <a:t>Palguyev</a:t>
            </a:r>
            <a:endParaRPr sz="18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s</a:t>
            </a:r>
            <a:r>
              <a:rPr lang="en-US" sz="1800" dirty="0" smtClean="0"/>
              <a:t>ergiy.palguyev@gatech.edu</a:t>
            </a:r>
            <a:endParaRPr sz="1800"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Shape 36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1a: Average face</a:t>
            </a:r>
            <a:endParaRPr/>
          </a:p>
        </p:txBody>
      </p:sp>
      <p:sp>
        <p:nvSpPr>
          <p:cNvPr id="42" name="Shape 4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43" name="Shape 43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ps6-1-a-1.png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Shape 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799" y="1104899"/>
            <a:ext cx="2591605" cy="3118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Eigenvectors</a:t>
            </a:r>
            <a:endParaRPr/>
          </a:p>
        </p:txBody>
      </p:sp>
      <p:sp>
        <p:nvSpPr>
          <p:cNvPr id="50" name="Shape 50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51" name="Shape 51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ps6-1-b-1.png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Shape 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027135"/>
            <a:ext cx="4430172" cy="33226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89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1c: Analysis</a:t>
            </a:r>
            <a:endParaRPr/>
          </a:p>
        </p:txBody>
      </p:sp>
      <p:sp>
        <p:nvSpPr>
          <p:cNvPr id="58" name="Shape 58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predictions perform better than randomly selecting a label provided a good data set is given.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Lowering k value significantly decreases accuracy.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Increasing k value slight increases accuracy.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Lowering or Increasing p value to extremes will decrease accuracy in both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89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1c: Analysis</a:t>
            </a:r>
            <a:endParaRPr/>
          </a:p>
        </p:txBody>
      </p:sp>
      <p:sp>
        <p:nvSpPr>
          <p:cNvPr id="58" name="Shape 58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used for analysis: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endParaRPr lang="en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885949"/>
            <a:ext cx="493395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767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89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2a: Average accuracy</a:t>
            </a:r>
            <a:endParaRPr/>
          </a:p>
        </p:txBody>
      </p:sp>
      <p:sp>
        <p:nvSpPr>
          <p:cNvPr id="65" name="Shape 65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Approximately 88% for training and 82% for testing: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743075"/>
            <a:ext cx="4905375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89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2a: Analysis</a:t>
            </a:r>
            <a:endParaRPr/>
          </a:p>
        </p:txBody>
      </p:sp>
      <p:sp>
        <p:nvSpPr>
          <p:cNvPr id="72" name="Shape 7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05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Random, Weak, and Boosting, it appears there is not much difference between Weak and Boosting methods.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Slightly lowering p value, increases testing accuracy and slightly the training accuracy.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Dropping p value lower, increases training accuracy and slightly the testing accuracy.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Decreasing number of iterations slightly lowers accuracy for all.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Increasing number of iterations slightly increases accuracy for all.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89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2a: Analysis</a:t>
            </a:r>
            <a:endParaRPr/>
          </a:p>
        </p:txBody>
      </p:sp>
      <p:sp>
        <p:nvSpPr>
          <p:cNvPr id="72" name="Shape 7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used for analysis: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3" r="16465" b="3498"/>
          <a:stretch/>
        </p:blipFill>
        <p:spPr bwMode="auto">
          <a:xfrm>
            <a:off x="4286129" y="91467"/>
            <a:ext cx="3733800" cy="4952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6785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3a: Haar Features</a:t>
            </a: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80" name="Shape 80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ps6-3-a-1.png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Shape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225" y="1153975"/>
            <a:ext cx="3068950" cy="3068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3a: Haar Features</a:t>
            </a: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88" name="Shape 88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ps6-3-a-2.png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Shape 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153975"/>
            <a:ext cx="3068950" cy="3068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3a: Haar Features</a:t>
            </a:r>
            <a:endParaRPr/>
          </a:p>
        </p:txBody>
      </p:sp>
      <p:sp>
        <p:nvSpPr>
          <p:cNvPr id="95" name="Shape 95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96" name="Shape 96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ps6-3-a-3.png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Shape 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153975"/>
            <a:ext cx="3068950" cy="3068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3a: Haar Features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04" name="Shape 104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ps6-3-a-4.png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Shape 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137837"/>
            <a:ext cx="3085088" cy="3085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3a: Haar Features</a:t>
            </a:r>
            <a:endParaRPr/>
          </a:p>
        </p:txBody>
      </p:sp>
      <p:sp>
        <p:nvSpPr>
          <p:cNvPr id="111" name="Shape 111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12" name="Shape 112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ps6-3-a-5.png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Shape 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153975"/>
            <a:ext cx="3068950" cy="3068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89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3c: Analysis</a:t>
            </a:r>
            <a:endParaRPr/>
          </a:p>
        </p:txBody>
      </p:sp>
      <p:sp>
        <p:nvSpPr>
          <p:cNvPr id="119" name="Shape 119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integral imaging helps by allowing estimations to be made in almost constant time irrelavant of image size, whereas a np.sum function </a:t>
            </a:r>
            <a:r>
              <a:rPr lang="en" sz="24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would require quadratic compute </a:t>
            </a:r>
            <a:r>
              <a:rPr lang="e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with the growth of image size.</a:t>
            </a:r>
            <a:endParaRPr lang="en" sz="24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4b: Viola Jones Features</a:t>
            </a:r>
            <a:endParaRPr/>
          </a:p>
        </p:txBody>
      </p:sp>
      <p:sp>
        <p:nvSpPr>
          <p:cNvPr id="126" name="Shape 126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27" name="Shape 127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ps6-4-b-1.png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Shape 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4b: Viola Jones Features</a:t>
            </a:r>
            <a:endParaRPr/>
          </a:p>
        </p:txBody>
      </p:sp>
      <p:sp>
        <p:nvSpPr>
          <p:cNvPr id="134" name="Shape 134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35" name="Shape 135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ps6-4-b-2.png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Shape 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89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4b: Analysis</a:t>
            </a:r>
            <a:endParaRPr/>
          </a:p>
        </p:txBody>
      </p:sp>
      <p:sp>
        <p:nvSpPr>
          <p:cNvPr id="142" name="Shape 14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more slides if needed.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4c: Viola Jones Face Recognition</a:t>
            </a:r>
            <a:endParaRPr/>
          </a:p>
        </p:txBody>
      </p:sp>
      <p:sp>
        <p:nvSpPr>
          <p:cNvPr id="149" name="Shape 149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50" name="Shape 150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ps6-4-c-1.png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Shape 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ght Gradien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334</Words>
  <Application>Microsoft Office PowerPoint</Application>
  <PresentationFormat>On-screen Show (16:9)</PresentationFormat>
  <Paragraphs>64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Light Gradient</vt:lpstr>
      <vt:lpstr>Computer Vision  Fall 2017 Problem Set #6</vt:lpstr>
      <vt:lpstr>1a: Average face</vt:lpstr>
      <vt:lpstr>1b: Eigenvectors</vt:lpstr>
      <vt:lpstr>1c: Analysis</vt:lpstr>
      <vt:lpstr>1c: Analysis</vt:lpstr>
      <vt:lpstr>2a: Average accuracy</vt:lpstr>
      <vt:lpstr>2a: Analysis</vt:lpstr>
      <vt:lpstr>2a: Analysis</vt:lpstr>
      <vt:lpstr>3a: Haar Features</vt:lpstr>
      <vt:lpstr>3a: Haar Features</vt:lpstr>
      <vt:lpstr>3a: Haar Features</vt:lpstr>
      <vt:lpstr>3a: Haar Features</vt:lpstr>
      <vt:lpstr>3a: Haar Features</vt:lpstr>
      <vt:lpstr>3c: Analysis</vt:lpstr>
      <vt:lpstr>4b: Viola Jones Features</vt:lpstr>
      <vt:lpstr>4b: Viola Jones Features</vt:lpstr>
      <vt:lpstr>4b: Analysis</vt:lpstr>
      <vt:lpstr>4c: Viola Jones Face Recognition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 Fall 2017 Problem Set #6</dc:title>
  <dc:creator>Astro</dc:creator>
  <cp:lastModifiedBy>Windows User</cp:lastModifiedBy>
  <cp:revision>5</cp:revision>
  <dcterms:modified xsi:type="dcterms:W3CDTF">2018-04-02T10:28:12Z</dcterms:modified>
</cp:coreProperties>
</file>