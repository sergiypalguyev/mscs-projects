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9" d="100"/>
          <a:sy n="79" d="100"/>
        </p:scale>
        <p:origin x="-78" y="-87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6308068-7213-4B44-917C-53D25FD18DB9}" type="datetimeFigureOut">
              <a:rPr lang="en-US" smtClean="0"/>
              <a:t>1/22/2018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AD12D0-0200-43F0-A435-573C6DD09962}" type="slidenum">
              <a:rPr lang="en-US" smtClean="0"/>
              <a:t>‹#›</a:t>
            </a:fld>
            <a:endParaRPr lang="en-US"/>
          </a:p>
        </p:txBody>
      </p:sp>
    </p:spTree>
    <p:extLst>
      <p:ext uri="{BB962C8B-B14F-4D97-AF65-F5344CB8AC3E}">
        <p14:creationId xmlns:p14="http://schemas.microsoft.com/office/powerpoint/2010/main" val="61012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6308068-7213-4B44-917C-53D25FD18DB9}" type="datetimeFigureOut">
              <a:rPr lang="en-US" smtClean="0"/>
              <a:t>1/22/2018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AD12D0-0200-43F0-A435-573C6DD09962}" type="slidenum">
              <a:rPr lang="en-US" smtClean="0"/>
              <a:t>‹#›</a:t>
            </a:fld>
            <a:endParaRPr lang="en-US"/>
          </a:p>
        </p:txBody>
      </p:sp>
    </p:spTree>
    <p:extLst>
      <p:ext uri="{BB962C8B-B14F-4D97-AF65-F5344CB8AC3E}">
        <p14:creationId xmlns:p14="http://schemas.microsoft.com/office/powerpoint/2010/main" val="2523397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6308068-7213-4B44-917C-53D25FD18DB9}" type="datetimeFigureOut">
              <a:rPr lang="en-US" smtClean="0"/>
              <a:t>1/22/2018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AD12D0-0200-43F0-A435-573C6DD09962}" type="slidenum">
              <a:rPr lang="en-US" smtClean="0"/>
              <a:t>‹#›</a:t>
            </a:fld>
            <a:endParaRPr lang="en-US"/>
          </a:p>
        </p:txBody>
      </p:sp>
    </p:spTree>
    <p:extLst>
      <p:ext uri="{BB962C8B-B14F-4D97-AF65-F5344CB8AC3E}">
        <p14:creationId xmlns:p14="http://schemas.microsoft.com/office/powerpoint/2010/main" val="923201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6308068-7213-4B44-917C-53D25FD18DB9}" type="datetimeFigureOut">
              <a:rPr lang="en-US" smtClean="0"/>
              <a:t>1/22/2018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AD12D0-0200-43F0-A435-573C6DD09962}" type="slidenum">
              <a:rPr lang="en-US" smtClean="0"/>
              <a:t>‹#›</a:t>
            </a:fld>
            <a:endParaRPr lang="en-US"/>
          </a:p>
        </p:txBody>
      </p:sp>
    </p:spTree>
    <p:extLst>
      <p:ext uri="{BB962C8B-B14F-4D97-AF65-F5344CB8AC3E}">
        <p14:creationId xmlns:p14="http://schemas.microsoft.com/office/powerpoint/2010/main" val="927770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6308068-7213-4B44-917C-53D25FD18DB9}" type="datetimeFigureOut">
              <a:rPr lang="en-US" smtClean="0"/>
              <a:t>1/22/2018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7AD12D0-0200-43F0-A435-573C6DD09962}" type="slidenum">
              <a:rPr lang="en-US" smtClean="0"/>
              <a:t>‹#›</a:t>
            </a:fld>
            <a:endParaRPr lang="en-US"/>
          </a:p>
        </p:txBody>
      </p:sp>
    </p:spTree>
    <p:extLst>
      <p:ext uri="{BB962C8B-B14F-4D97-AF65-F5344CB8AC3E}">
        <p14:creationId xmlns:p14="http://schemas.microsoft.com/office/powerpoint/2010/main" val="19375849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6308068-7213-4B44-917C-53D25FD18DB9}" type="datetimeFigureOut">
              <a:rPr lang="en-US" smtClean="0"/>
              <a:t>1/22/2018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7AD12D0-0200-43F0-A435-573C6DD09962}" type="slidenum">
              <a:rPr lang="en-US" smtClean="0"/>
              <a:t>‹#›</a:t>
            </a:fld>
            <a:endParaRPr lang="en-US"/>
          </a:p>
        </p:txBody>
      </p:sp>
    </p:spTree>
    <p:extLst>
      <p:ext uri="{BB962C8B-B14F-4D97-AF65-F5344CB8AC3E}">
        <p14:creationId xmlns:p14="http://schemas.microsoft.com/office/powerpoint/2010/main" val="2339191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308068-7213-4B44-917C-53D25FD18DB9}" type="datetimeFigureOut">
              <a:rPr lang="en-US" smtClean="0"/>
              <a:t>1/22/2018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7AD12D0-0200-43F0-A435-573C6DD09962}" type="slidenum">
              <a:rPr lang="en-US" smtClean="0"/>
              <a:t>‹#›</a:t>
            </a:fld>
            <a:endParaRPr lang="en-US"/>
          </a:p>
        </p:txBody>
      </p:sp>
    </p:spTree>
    <p:extLst>
      <p:ext uri="{BB962C8B-B14F-4D97-AF65-F5344CB8AC3E}">
        <p14:creationId xmlns:p14="http://schemas.microsoft.com/office/powerpoint/2010/main" val="3165759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6308068-7213-4B44-917C-53D25FD18DB9}" type="datetimeFigureOut">
              <a:rPr lang="en-US" smtClean="0"/>
              <a:t>1/22/2018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AD12D0-0200-43F0-A435-573C6DD09962}" type="slidenum">
              <a:rPr lang="en-US" smtClean="0"/>
              <a:t>‹#›</a:t>
            </a:fld>
            <a:endParaRPr lang="en-US"/>
          </a:p>
        </p:txBody>
      </p:sp>
    </p:spTree>
    <p:extLst>
      <p:ext uri="{BB962C8B-B14F-4D97-AF65-F5344CB8AC3E}">
        <p14:creationId xmlns:p14="http://schemas.microsoft.com/office/powerpoint/2010/main" val="3811482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6308068-7213-4B44-917C-53D25FD18DB9}" type="datetimeFigureOut">
              <a:rPr lang="en-US" smtClean="0"/>
              <a:t>1/22/2018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AD12D0-0200-43F0-A435-573C6DD09962}" type="slidenum">
              <a:rPr lang="en-US" smtClean="0"/>
              <a:t>‹#›</a:t>
            </a:fld>
            <a:endParaRPr lang="en-US"/>
          </a:p>
        </p:txBody>
      </p:sp>
    </p:spTree>
    <p:extLst>
      <p:ext uri="{BB962C8B-B14F-4D97-AF65-F5344CB8AC3E}">
        <p14:creationId xmlns:p14="http://schemas.microsoft.com/office/powerpoint/2010/main" val="4204460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6308068-7213-4B44-917C-53D25FD18DB9}" type="datetimeFigureOut">
              <a:rPr lang="en-US" smtClean="0"/>
              <a:t>1/22/2018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AD12D0-0200-43F0-A435-573C6DD09962}" type="slidenum">
              <a:rPr lang="en-US" smtClean="0"/>
              <a:t>‹#›</a:t>
            </a:fld>
            <a:endParaRPr lang="en-US"/>
          </a:p>
        </p:txBody>
      </p:sp>
    </p:spTree>
    <p:extLst>
      <p:ext uri="{BB962C8B-B14F-4D97-AF65-F5344CB8AC3E}">
        <p14:creationId xmlns:p14="http://schemas.microsoft.com/office/powerpoint/2010/main" val="4155499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6308068-7213-4B44-917C-53D25FD18DB9}" type="datetimeFigureOut">
              <a:rPr lang="en-US" smtClean="0"/>
              <a:t>1/22/2018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AD12D0-0200-43F0-A435-573C6DD09962}" type="slidenum">
              <a:rPr lang="en-US" smtClean="0"/>
              <a:t>‹#›</a:t>
            </a:fld>
            <a:endParaRPr lang="en-US"/>
          </a:p>
        </p:txBody>
      </p:sp>
    </p:spTree>
    <p:extLst>
      <p:ext uri="{BB962C8B-B14F-4D97-AF65-F5344CB8AC3E}">
        <p14:creationId xmlns:p14="http://schemas.microsoft.com/office/powerpoint/2010/main" val="666647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308068-7213-4B44-917C-53D25FD18DB9}" type="datetimeFigureOut">
              <a:rPr lang="en-US" smtClean="0"/>
              <a:t>1/22/2018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AD12D0-0200-43F0-A435-573C6DD09962}" type="slidenum">
              <a:rPr lang="en-US" smtClean="0"/>
              <a:t>‹#›</a:t>
            </a:fld>
            <a:endParaRPr lang="en-US"/>
          </a:p>
        </p:txBody>
      </p:sp>
    </p:spTree>
    <p:extLst>
      <p:ext uri="{BB962C8B-B14F-4D97-AF65-F5344CB8AC3E}">
        <p14:creationId xmlns:p14="http://schemas.microsoft.com/office/powerpoint/2010/main" val="39630168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a:t>Sergiy</a:t>
            </a:r>
            <a:r>
              <a:rPr lang="en-US" dirty="0"/>
              <a:t> </a:t>
            </a:r>
            <a:r>
              <a:rPr lang="en-US" dirty="0" err="1"/>
              <a:t>Igorevich</a:t>
            </a:r>
            <a:r>
              <a:rPr lang="en-US" dirty="0"/>
              <a:t> </a:t>
            </a:r>
            <a:r>
              <a:rPr lang="en-US" dirty="0" err="1" smtClean="0"/>
              <a:t>Palguyev</a:t>
            </a:r>
            <a:endParaRPr lang="en-US" dirty="0"/>
          </a:p>
        </p:txBody>
      </p:sp>
      <p:sp>
        <p:nvSpPr>
          <p:cNvPr id="3" name="Subtitle 2"/>
          <p:cNvSpPr>
            <a:spLocks noGrp="1"/>
          </p:cNvSpPr>
          <p:nvPr>
            <p:ph type="subTitle" idx="1"/>
          </p:nvPr>
        </p:nvSpPr>
        <p:spPr/>
        <p:txBody>
          <a:bodyPr/>
          <a:lstStyle/>
          <a:p>
            <a:r>
              <a:rPr lang="en-US" b="1" dirty="0" smtClean="0">
                <a:effectLst/>
              </a:rPr>
              <a:t>sergiy.palguyev@gatech.edu</a:t>
            </a:r>
          </a:p>
          <a:p>
            <a:endParaRPr lang="en-US" dirty="0"/>
          </a:p>
        </p:txBody>
      </p:sp>
    </p:spTree>
    <p:extLst>
      <p:ext uri="{BB962C8B-B14F-4D97-AF65-F5344CB8AC3E}">
        <p14:creationId xmlns:p14="http://schemas.microsoft.com/office/powerpoint/2010/main" val="37028379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ps1-1-a-1.png</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85987" y="2115344"/>
            <a:ext cx="4772025" cy="3495675"/>
          </a:xfrm>
        </p:spPr>
      </p:pic>
    </p:spTree>
    <p:extLst>
      <p:ext uri="{BB962C8B-B14F-4D97-AF65-F5344CB8AC3E}">
        <p14:creationId xmlns:p14="http://schemas.microsoft.com/office/powerpoint/2010/main" val="2404036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ps1-1-a-2.png</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78297" y="1600200"/>
            <a:ext cx="4187406" cy="4525963"/>
          </a:xfrm>
        </p:spPr>
      </p:pic>
    </p:spTree>
    <p:extLst>
      <p:ext uri="{BB962C8B-B14F-4D97-AF65-F5344CB8AC3E}">
        <p14:creationId xmlns:p14="http://schemas.microsoft.com/office/powerpoint/2010/main" val="3832204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ps1-2-a-1.png</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85987" y="2115344"/>
            <a:ext cx="4772025" cy="3495675"/>
          </a:xfrm>
        </p:spPr>
      </p:pic>
    </p:spTree>
    <p:extLst>
      <p:ext uri="{BB962C8B-B14F-4D97-AF65-F5344CB8AC3E}">
        <p14:creationId xmlns:p14="http://schemas.microsoft.com/office/powerpoint/2010/main" val="1611507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ps1-2-b-1.png</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85987" y="2115344"/>
            <a:ext cx="4772025" cy="3495675"/>
          </a:xfrm>
        </p:spPr>
      </p:pic>
    </p:spTree>
    <p:extLst>
      <p:ext uri="{BB962C8B-B14F-4D97-AF65-F5344CB8AC3E}">
        <p14:creationId xmlns:p14="http://schemas.microsoft.com/office/powerpoint/2010/main" val="3760171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ps1-2-c-1.png</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85987" y="2115344"/>
            <a:ext cx="4772025" cy="3495675"/>
          </a:xfrm>
        </p:spPr>
      </p:pic>
    </p:spTree>
    <p:extLst>
      <p:ext uri="{BB962C8B-B14F-4D97-AF65-F5344CB8AC3E}">
        <p14:creationId xmlns:p14="http://schemas.microsoft.com/office/powerpoint/2010/main" val="1442372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ps1-3-a-1.png</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78297" y="1600200"/>
            <a:ext cx="4187406" cy="4525963"/>
          </a:xfrm>
        </p:spPr>
      </p:pic>
    </p:spTree>
    <p:extLst>
      <p:ext uri="{BB962C8B-B14F-4D97-AF65-F5344CB8AC3E}">
        <p14:creationId xmlns:p14="http://schemas.microsoft.com/office/powerpoint/2010/main" val="36334562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imageStats</a:t>
            </a:r>
            <a:r>
              <a:rPr lang="en-US" dirty="0" smtClean="0"/>
              <a:t>(img1_green)</a:t>
            </a:r>
            <a:endParaRPr lang="en-US" dirty="0"/>
          </a:p>
        </p:txBody>
      </p:sp>
      <p:sp>
        <p:nvSpPr>
          <p:cNvPr id="3" name="Content Placeholder 2"/>
          <p:cNvSpPr>
            <a:spLocks noGrp="1"/>
          </p:cNvSpPr>
          <p:nvPr>
            <p:ph idx="1"/>
          </p:nvPr>
        </p:nvSpPr>
        <p:spPr/>
        <p:txBody>
          <a:bodyPr>
            <a:normAutofit/>
          </a:bodyPr>
          <a:lstStyle/>
          <a:p>
            <a:r>
              <a:rPr lang="en-US" sz="2000" dirty="0" smtClean="0"/>
              <a:t>('The min pixel value of img1_green is', 0)</a:t>
            </a:r>
          </a:p>
          <a:p>
            <a:r>
              <a:rPr lang="en-US" sz="2000" dirty="0" smtClean="0"/>
              <a:t>('The max pixel value of img1_green is', 255)</a:t>
            </a:r>
          </a:p>
          <a:p>
            <a:r>
              <a:rPr lang="en-US" sz="2000" dirty="0" smtClean="0"/>
              <a:t>('The mean pixel value of img1_green is', 136.10581561672296)</a:t>
            </a:r>
          </a:p>
          <a:p>
            <a:r>
              <a:rPr lang="en-US" sz="2000" dirty="0" smtClean="0"/>
              <a:t>('The </a:t>
            </a:r>
            <a:r>
              <a:rPr lang="en-US" sz="2000" dirty="0" err="1" smtClean="0"/>
              <a:t>std</a:t>
            </a:r>
            <a:r>
              <a:rPr lang="en-US" sz="2000" dirty="0" smtClean="0"/>
              <a:t> </a:t>
            </a:r>
            <a:r>
              <a:rPr lang="en-US" sz="2000" dirty="0" err="1" smtClean="0"/>
              <a:t>dev</a:t>
            </a:r>
            <a:r>
              <a:rPr lang="en-US" sz="2000" dirty="0" smtClean="0"/>
              <a:t> of img1_green is', 69.154639871216688)</a:t>
            </a:r>
            <a:endParaRPr lang="en-US" sz="2000" dirty="0"/>
          </a:p>
        </p:txBody>
      </p:sp>
    </p:spTree>
    <p:extLst>
      <p:ext uri="{BB962C8B-B14F-4D97-AF65-F5344CB8AC3E}">
        <p14:creationId xmlns:p14="http://schemas.microsoft.com/office/powerpoint/2010/main" val="1575172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ps1-4-b-1.png</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85987" y="2115344"/>
            <a:ext cx="4772025" cy="3495675"/>
          </a:xfrm>
        </p:spPr>
      </p:pic>
    </p:spTree>
    <p:extLst>
      <p:ext uri="{BB962C8B-B14F-4D97-AF65-F5344CB8AC3E}">
        <p14:creationId xmlns:p14="http://schemas.microsoft.com/office/powerpoint/2010/main" val="469277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ps1-4-c-1.png</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85987" y="2115344"/>
            <a:ext cx="4772025" cy="3495675"/>
          </a:xfrm>
        </p:spPr>
      </p:pic>
    </p:spTree>
    <p:extLst>
      <p:ext uri="{BB962C8B-B14F-4D97-AF65-F5344CB8AC3E}">
        <p14:creationId xmlns:p14="http://schemas.microsoft.com/office/powerpoint/2010/main" val="37791401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ps1-4-d-1.png</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85987" y="2115344"/>
            <a:ext cx="4772025" cy="3495675"/>
          </a:xfrm>
        </p:spPr>
      </p:pic>
    </p:spTree>
    <p:extLst>
      <p:ext uri="{BB962C8B-B14F-4D97-AF65-F5344CB8AC3E}">
        <p14:creationId xmlns:p14="http://schemas.microsoft.com/office/powerpoint/2010/main" val="13792861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ps1-5-a-1.png</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85987" y="2115344"/>
            <a:ext cx="4772025" cy="3495675"/>
          </a:xfrm>
        </p:spPr>
      </p:pic>
    </p:spTree>
    <p:extLst>
      <p:ext uri="{BB962C8B-B14F-4D97-AF65-F5344CB8AC3E}">
        <p14:creationId xmlns:p14="http://schemas.microsoft.com/office/powerpoint/2010/main" val="2265102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ps1-5-b-1.png</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85987" y="2115344"/>
            <a:ext cx="4772025" cy="3495675"/>
          </a:xfrm>
        </p:spPr>
      </p:pic>
    </p:spTree>
    <p:extLst>
      <p:ext uri="{BB962C8B-B14F-4D97-AF65-F5344CB8AC3E}">
        <p14:creationId xmlns:p14="http://schemas.microsoft.com/office/powerpoint/2010/main" val="17502821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Discussion</a:t>
            </a:r>
            <a:endParaRPr lang="en-US" dirty="0"/>
          </a:p>
        </p:txBody>
      </p:sp>
      <p:sp>
        <p:nvSpPr>
          <p:cNvPr id="3" name="Content Placeholder 2"/>
          <p:cNvSpPr>
            <a:spLocks noGrp="1"/>
          </p:cNvSpPr>
          <p:nvPr>
            <p:ph idx="1"/>
          </p:nvPr>
        </p:nvSpPr>
        <p:spPr>
          <a:xfrm>
            <a:off x="457200" y="1600200"/>
            <a:ext cx="8229600" cy="4876800"/>
          </a:xfrm>
        </p:spPr>
        <p:txBody>
          <a:bodyPr>
            <a:normAutofit fontScale="77500" lnSpcReduction="20000"/>
          </a:bodyPr>
          <a:lstStyle/>
          <a:p>
            <a:r>
              <a:rPr lang="en-US" dirty="0" smtClean="0"/>
              <a:t>A)The Green channel is closest to </a:t>
            </a:r>
            <a:r>
              <a:rPr lang="en-US" dirty="0" err="1" smtClean="0"/>
              <a:t>GrayScale</a:t>
            </a:r>
            <a:r>
              <a:rPr lang="en-US" dirty="0" smtClean="0"/>
              <a:t>, irrelevant to the picture used. This is due to the fact that in a Bayer (image sensor) there are about 2x more green sensitive areas than red or blue. Additionally, CMOS sensors are more sensitive to the green and red channels, than the blue channel.  Also, </a:t>
            </a:r>
            <a:r>
              <a:rPr lang="en-US" dirty="0"/>
              <a:t>our eyes are about 50% as sensitive to red as to green, and about 20% as sensitive to blue.</a:t>
            </a:r>
            <a:endParaRPr lang="en-US" dirty="0" smtClean="0"/>
          </a:p>
          <a:p>
            <a:r>
              <a:rPr lang="en-US" dirty="0" smtClean="0"/>
              <a:t>B)Storing negative values mean maintaining the information (magnitude) of the negative values – without clipping. This can be done by using an abs() function to change the negative values to positive.</a:t>
            </a:r>
          </a:p>
          <a:p>
            <a:r>
              <a:rPr lang="en-US" dirty="0" smtClean="0"/>
              <a:t>C) The blue channel looks better than the green channel. Sigma </a:t>
            </a:r>
            <a:r>
              <a:rPr lang="en-US" smtClean="0"/>
              <a:t>= </a:t>
            </a:r>
            <a:r>
              <a:rPr lang="en-US" smtClean="0"/>
              <a:t>15</a:t>
            </a:r>
            <a:r>
              <a:rPr lang="en-US" dirty="0" smtClean="0"/>
              <a:t>. Since the green channel is most pronounced, any noise in the green channel will be more pronounced also.</a:t>
            </a:r>
            <a:endParaRPr lang="en-US" dirty="0"/>
          </a:p>
        </p:txBody>
      </p:sp>
    </p:spTree>
    <p:extLst>
      <p:ext uri="{BB962C8B-B14F-4D97-AF65-F5344CB8AC3E}">
        <p14:creationId xmlns:p14="http://schemas.microsoft.com/office/powerpoint/2010/main" val="4694401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4358</TotalTime>
  <Words>218</Words>
  <Application>Microsoft Office PowerPoint</Application>
  <PresentationFormat>On-screen Show (4:3)</PresentationFormat>
  <Paragraphs>22</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Sergiy Igorevich Palguyev</vt:lpstr>
      <vt:lpstr>ps1-1-a-1.png</vt:lpstr>
      <vt:lpstr>ps1-1-a-2.png</vt:lpstr>
      <vt:lpstr>ps1-2-a-1.png</vt:lpstr>
      <vt:lpstr>ps1-2-b-1.png</vt:lpstr>
      <vt:lpstr>ps1-2-c-1.png</vt:lpstr>
      <vt:lpstr>ps1-3-a-1.png</vt:lpstr>
      <vt:lpstr>imageStats(img1_green)</vt:lpstr>
      <vt:lpstr>ps1-4-b-1.png</vt:lpstr>
      <vt:lpstr>ps1-4-c-1.png</vt:lpstr>
      <vt:lpstr>ps1-4-d-1.png</vt:lpstr>
      <vt:lpstr>ps1-5-a-1.png</vt:lpstr>
      <vt:lpstr>ps1-5-b-1.png</vt:lpstr>
      <vt:lpstr>Discussion</vt:lpstr>
    </vt:vector>
  </TitlesOfParts>
  <Company>Windows User</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Windows User</cp:lastModifiedBy>
  <cp:revision>8</cp:revision>
  <dcterms:created xsi:type="dcterms:W3CDTF">2018-01-19T07:01:29Z</dcterms:created>
  <dcterms:modified xsi:type="dcterms:W3CDTF">2018-01-22T09:52:26Z</dcterms:modified>
</cp:coreProperties>
</file>