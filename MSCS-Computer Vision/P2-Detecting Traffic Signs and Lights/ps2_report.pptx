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  <p:sldMasterId id="2147483666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-504" y="-1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90162695"/>
      </p:ext>
    </p:extLst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Shape 7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Shape 7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8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Shape 8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Shape 9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Shape 10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Shape 11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Shape 11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Shape 12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Shape 13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Shape 13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Shape 14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14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Shape 14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Shape 15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Shape 15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Shape 16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Shape 17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Shape 1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Shape 17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Shape 18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Shape 18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Shape 18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19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Shape 19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Shape 11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Shape 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Shape 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Shape 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Shape 2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One column 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in 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title and 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Shape 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Big 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Shape 45"/>
          <p:cNvSpPr txBox="1">
            <a:spLocks noGrp="1"/>
          </p:cNvSpPr>
          <p:nvPr>
            <p:ph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endParaRPr/>
          </a:p>
        </p:txBody>
      </p:sp>
      <p:sp>
        <p:nvSpPr>
          <p:cNvPr id="46" name="Shape 46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Shape 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hape 4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55"/>
          <p:cNvSpPr txBox="1">
            <a:spLocks noGrp="1"/>
          </p:cNvSpPr>
          <p:nvPr>
            <p:ph type="subTitle" idx="1"/>
          </p:nvPr>
        </p:nvSpPr>
        <p:spPr>
          <a:xfrm>
            <a:off x="685800" y="2840053"/>
            <a:ext cx="7772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sz="30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56" name="Shape 56"/>
          <p:cNvSpPr txBox="1">
            <a:spLocks noGrp="1"/>
          </p:cNvSpPr>
          <p:nvPr>
            <p:ph type="ctrTitle"/>
          </p:nvPr>
        </p:nvSpPr>
        <p:spPr>
          <a:xfrm>
            <a:off x="685800" y="15833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7" name="Shape 57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0" name="Shape 60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1" name="Shape 61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and two columns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63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4" name="Shape 64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5" name="Shape 65"/>
          <p:cNvSpPr txBox="1">
            <a:spLocks noGrp="1"/>
          </p:cNvSpPr>
          <p:nvPr>
            <p:ph type="body" idx="2"/>
          </p:nvPr>
        </p:nvSpPr>
        <p:spPr>
          <a:xfrm>
            <a:off x="4692274" y="1200150"/>
            <a:ext cx="39945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>
            <a:endParaRPr/>
          </a:p>
        </p:txBody>
      </p:sp>
      <p:sp>
        <p:nvSpPr>
          <p:cNvPr id="66" name="Shape 66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6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9" name="Shape 69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a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71"/>
          <p:cNvSpPr txBox="1">
            <a:spLocks noGrp="1"/>
          </p:cNvSpPr>
          <p:nvPr>
            <p:ph type="body" idx="1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22860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</a:lstStyle>
          <a:p>
            <a:endParaRPr/>
          </a:p>
        </p:txBody>
      </p:sp>
      <p:sp>
        <p:nvSpPr>
          <p:cNvPr id="72" name="Shape 72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74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/>
            </a:lvl1pPr>
            <a:lvl2pPr lvl="1" rtl="0">
              <a:spcBef>
                <a:spcPts val="0"/>
              </a:spcBef>
              <a:buNone/>
              <a:defRPr/>
            </a:lvl2pPr>
            <a:lvl3pPr lvl="2" rtl="0">
              <a:spcBef>
                <a:spcPts val="0"/>
              </a:spcBef>
              <a:buNone/>
              <a:defRPr/>
            </a:lvl3pPr>
            <a:lvl4pPr lvl="3" rtl="0">
              <a:spcBef>
                <a:spcPts val="0"/>
              </a:spcBef>
              <a:buNone/>
              <a:defRPr/>
            </a:lvl4pPr>
            <a:lvl5pPr lvl="4" rtl="0">
              <a:spcBef>
                <a:spcPts val="0"/>
              </a:spcBef>
              <a:buNone/>
              <a:defRPr/>
            </a:lvl5pPr>
            <a:lvl6pPr lvl="5" rtl="0">
              <a:spcBef>
                <a:spcPts val="0"/>
              </a:spcBef>
              <a:buNone/>
              <a:defRPr/>
            </a:lvl6pPr>
            <a:lvl7pPr lvl="6" rtl="0">
              <a:spcBef>
                <a:spcPts val="0"/>
              </a:spcBef>
              <a:buNone/>
              <a:defRPr/>
            </a:lvl7pPr>
            <a:lvl8pPr lvl="7" rtl="0">
              <a:spcBef>
                <a:spcPts val="0"/>
              </a:spcBef>
              <a:buNone/>
              <a:defRPr/>
            </a:lvl8pPr>
            <a:lvl9pPr lvl="8" rtl="0">
              <a:spcBef>
                <a:spcPts val="0"/>
              </a:spcBef>
              <a:buNone/>
              <a:defRPr/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1pPr>
            <a:lvl2pPr lvl="1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2pPr>
            <a:lvl3pPr lvl="2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3pPr>
            <a:lvl4pPr lvl="3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4pPr>
            <a:lvl5pPr lvl="4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5pPr>
            <a:lvl6pPr lvl="5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6pPr>
            <a:lvl7pPr lvl="6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7pPr>
            <a:lvl8pPr lvl="7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8pPr>
            <a:lvl9pPr lvl="8" algn="r">
              <a:spcBef>
                <a:spcPts val="0"/>
              </a:spcBef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ight-gradient">
    <p:bg>
      <p:bgPr>
        <a:gradFill>
          <a:gsLst>
            <a:gs pos="0">
              <a:schemeClr val="lt1"/>
            </a:gs>
            <a:gs pos="30000">
              <a:schemeClr val="lt1"/>
            </a:gs>
            <a:gs pos="100000">
              <a:schemeClr val="lt2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51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SzPts val="3000"/>
              <a:buChar char="●"/>
              <a:defRPr sz="3000"/>
            </a:lvl1pPr>
            <a:lvl2pPr marL="914400" lvl="1" indent="-381000" rtl="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marL="1371600" lvl="2" indent="-381000" rtl="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marL="1828800" lvl="3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4pPr>
            <a:lvl5pPr marL="2286000" lvl="4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5pPr>
            <a:lvl6pPr marL="2743200" lvl="5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6pPr>
            <a:lvl7pPr marL="3200400" lvl="6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1800"/>
            </a:lvl7pPr>
            <a:lvl8pPr marL="3657600" lvl="7" indent="-3429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 sz="1800"/>
            </a:lvl8pPr>
            <a:lvl9pPr marL="4114800" lvl="8" indent="-342900" rtl="0">
              <a:spcBef>
                <a:spcPts val="0"/>
              </a:spcBef>
              <a:spcAft>
                <a:spcPts val="0"/>
              </a:spcAft>
              <a:buSzPts val="1800"/>
              <a:buChar char="■"/>
              <a:defRPr sz="1800"/>
            </a:lvl9pPr>
          </a:lstStyle>
          <a:p>
            <a:endParaRPr/>
          </a:p>
        </p:txBody>
      </p:sp>
      <p:sp>
        <p:nvSpPr>
          <p:cNvPr id="53" name="Shape 53"/>
          <p:cNvSpPr txBox="1">
            <a:spLocks noGrp="1"/>
          </p:cNvSpPr>
          <p:nvPr>
            <p:ph type="sldNum" idx="12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79"/>
          <p:cNvSpPr txBox="1">
            <a:spLocks noGrp="1"/>
          </p:cNvSpPr>
          <p:nvPr>
            <p:ph type="ctrTitle"/>
          </p:nvPr>
        </p:nvSpPr>
        <p:spPr>
          <a:xfrm>
            <a:off x="685800" y="265900"/>
            <a:ext cx="7772400" cy="247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Computer Vision </a:t>
            </a:r>
            <a:endParaRPr sz="36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Fall 2017</a:t>
            </a:r>
            <a:endParaRPr sz="360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/>
              <a:t>Problem Set #2</a:t>
            </a:r>
            <a:endParaRPr sz="3600"/>
          </a:p>
        </p:txBody>
      </p:sp>
      <p:sp>
        <p:nvSpPr>
          <p:cNvPr id="80" name="Shape 80"/>
          <p:cNvSpPr txBox="1">
            <a:spLocks noGrp="1"/>
          </p:cNvSpPr>
          <p:nvPr>
            <p:ph type="subTitle" idx="1"/>
          </p:nvPr>
        </p:nvSpPr>
        <p:spPr>
          <a:xfrm>
            <a:off x="685800" y="3042499"/>
            <a:ext cx="7772400" cy="112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 err="1" smtClean="0"/>
              <a:t>Sergiy</a:t>
            </a:r>
            <a:r>
              <a:rPr lang="en-GB" sz="1800" dirty="0" smtClean="0"/>
              <a:t> </a:t>
            </a:r>
            <a:r>
              <a:rPr lang="en-US" sz="1800" dirty="0" err="1" smtClean="0"/>
              <a:t>Palguyev</a:t>
            </a:r>
            <a:endParaRPr sz="18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smtClean="0"/>
              <a:t>sergiy.palguyev@gatech.edu</a:t>
            </a:r>
            <a:endParaRPr sz="1800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1" name="Shape 81"/>
          <p:cNvSpPr txBox="1"/>
          <p:nvPr/>
        </p:nvSpPr>
        <p:spPr>
          <a:xfrm>
            <a:off x="0" y="4944075"/>
            <a:ext cx="2567400" cy="1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999999"/>
                </a:solidFill>
              </a:rPr>
              <a:t>Computer Vision @ GT</a:t>
            </a:r>
            <a:endParaRPr sz="1000">
              <a:solidFill>
                <a:srgbClr val="99999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Light Detection</a:t>
            </a:r>
            <a:endParaRPr/>
          </a:p>
        </p:txBody>
      </p:sp>
      <p:pic>
        <p:nvPicPr>
          <p:cNvPr id="87" name="Shape 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88" name="Shape 88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((136,120), ‘green’)</a:t>
            </a:r>
            <a:endParaRPr dirty="0"/>
          </a:p>
        </p:txBody>
      </p:sp>
      <p:sp>
        <p:nvSpPr>
          <p:cNvPr id="89" name="Shape 89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ps2-1-a-1.png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57350"/>
            <a:ext cx="4097150" cy="218514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Light Detection</a:t>
            </a:r>
            <a:endParaRPr/>
          </a:p>
        </p:txBody>
      </p:sp>
      <p:pic>
        <p:nvPicPr>
          <p:cNvPr id="95" name="Shape 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96" name="Shape 96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((438,250),’green’)</a:t>
            </a:r>
            <a:endParaRPr dirty="0"/>
          </a:p>
        </p:txBody>
      </p:sp>
      <p:sp>
        <p:nvSpPr>
          <p:cNvPr id="97" name="Shape 97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ps2-1-a-2.png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27075"/>
            <a:ext cx="4090800" cy="30681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Light Detection</a:t>
            </a:r>
            <a:endParaRPr/>
          </a:p>
        </p:txBody>
      </p:sp>
      <p:pic>
        <p:nvPicPr>
          <p:cNvPr id="103" name="Shape 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04" name="Shape 104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((130,380,’yellow’)</a:t>
            </a:r>
            <a:endParaRPr dirty="0"/>
          </a:p>
        </p:txBody>
      </p:sp>
      <p:sp>
        <p:nvSpPr>
          <p:cNvPr id="105" name="Shape 105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ps2-1-a-3.png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550" y="1133424"/>
            <a:ext cx="4090800" cy="306810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11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Light Detection</a:t>
            </a:r>
            <a:endParaRPr/>
          </a:p>
        </p:txBody>
      </p:sp>
      <p:pic>
        <p:nvPicPr>
          <p:cNvPr id="111" name="Shape 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12" name="Shape 112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((630,480),’red’)</a:t>
            </a:r>
            <a:endParaRPr dirty="0"/>
          </a:p>
        </p:txBody>
      </p:sp>
      <p:sp>
        <p:nvSpPr>
          <p:cNvPr id="113" name="Shape 113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ps2-1-a-4.png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50" y="1095125"/>
            <a:ext cx="408940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Shape 11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Sign Detection - Do not enter</a:t>
            </a:r>
            <a:endParaRPr/>
          </a:p>
        </p:txBody>
      </p:sp>
      <p:pic>
        <p:nvPicPr>
          <p:cNvPr id="119" name="Shape 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0" name="Shape 120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(246,345)</a:t>
            </a:r>
            <a:endParaRPr dirty="0"/>
          </a:p>
        </p:txBody>
      </p:sp>
      <p:sp>
        <p:nvSpPr>
          <p:cNvPr id="121" name="Shape 121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ps2-2-a-1.png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1675"/>
            <a:ext cx="4097150" cy="30728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Sign Detection - Stop</a:t>
            </a:r>
            <a:endParaRPr/>
          </a:p>
        </p:txBody>
      </p:sp>
      <p:pic>
        <p:nvPicPr>
          <p:cNvPr id="127" name="Shape 1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28" name="Shape 128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(543,248)</a:t>
            </a:r>
            <a:endParaRPr dirty="0"/>
          </a:p>
        </p:txBody>
      </p:sp>
      <p:sp>
        <p:nvSpPr>
          <p:cNvPr id="129" name="Shape 129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ps2-2-a-2.png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1675"/>
            <a:ext cx="4097150" cy="30728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Sign Detection - Construction</a:t>
            </a:r>
            <a:endParaRPr/>
          </a:p>
        </p:txBody>
      </p:sp>
      <p:pic>
        <p:nvPicPr>
          <p:cNvPr id="135" name="Shape 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36" name="Shape 136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(249,399)</a:t>
            </a:r>
            <a:endParaRPr dirty="0"/>
          </a:p>
        </p:txBody>
      </p:sp>
      <p:sp>
        <p:nvSpPr>
          <p:cNvPr id="137" name="Shape 137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ps2-2-a-3.png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1675"/>
            <a:ext cx="4097150" cy="307286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hape 14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Sign Detection - Warning</a:t>
            </a:r>
            <a:endParaRPr/>
          </a:p>
        </p:txBody>
      </p:sp>
      <p:pic>
        <p:nvPicPr>
          <p:cNvPr id="143" name="Shape 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44" name="Shape 144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(749,349)</a:t>
            </a:r>
            <a:endParaRPr dirty="0"/>
          </a:p>
        </p:txBody>
      </p:sp>
      <p:sp>
        <p:nvSpPr>
          <p:cNvPr id="145" name="Shape 145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ps2-2-a-4.png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20725"/>
            <a:ext cx="4097150" cy="30728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Shape 15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Traffic Sign Detection - Yield</a:t>
            </a:r>
            <a:endParaRPr/>
          </a:p>
        </p:txBody>
      </p:sp>
      <p:pic>
        <p:nvPicPr>
          <p:cNvPr id="151" name="Shape 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52" name="Shape 152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(307,183)</a:t>
            </a:r>
            <a:endParaRPr dirty="0"/>
          </a:p>
        </p:txBody>
      </p:sp>
      <p:sp>
        <p:nvSpPr>
          <p:cNvPr id="153" name="Shape 153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ps2-2-a-5.png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01675"/>
            <a:ext cx="4097150" cy="307286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sign detection</a:t>
            </a:r>
            <a:endParaRPr/>
          </a:p>
        </p:txBody>
      </p:sp>
      <p:pic>
        <p:nvPicPr>
          <p:cNvPr id="159" name="Shape 1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0" name="Shape 160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(543,147) – stop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(148,454) – </a:t>
            </a:r>
            <a:r>
              <a:rPr lang="en-GB" dirty="0" err="1" smtClean="0"/>
              <a:t>no_entry</a:t>
            </a:r>
            <a:endParaRPr lang="en-GB" dirty="0" smtClean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(849,349) – construction</a:t>
            </a:r>
            <a:endParaRPr dirty="0"/>
          </a:p>
        </p:txBody>
      </p:sp>
      <p:sp>
        <p:nvSpPr>
          <p:cNvPr id="161" name="Shape 161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ps2-3-a-1.png</a:t>
            </a:r>
            <a:endParaRPr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51642"/>
            <a:ext cx="4724400" cy="2834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Shape 16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sign detection</a:t>
            </a:r>
            <a:endParaRPr/>
          </a:p>
        </p:txBody>
      </p:sp>
      <p:pic>
        <p:nvPicPr>
          <p:cNvPr id="167" name="Shape 1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68" name="Shape 168"/>
          <p:cNvSpPr txBox="1"/>
          <p:nvPr/>
        </p:nvSpPr>
        <p:spPr>
          <a:xfrm>
            <a:off x="5219250" y="1101750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(116,340) – </a:t>
            </a:r>
            <a:r>
              <a:rPr lang="en-GB" dirty="0" err="1" smtClean="0"/>
              <a:t>traffic_light</a:t>
            </a:r>
            <a:endParaRPr lang="en-GB" dirty="0" smtClean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(236,336) – </a:t>
            </a:r>
            <a:r>
              <a:rPr lang="en-GB" dirty="0" err="1" smtClean="0"/>
              <a:t>no_entry</a:t>
            </a:r>
            <a:r>
              <a:rPr lang="en-GB" dirty="0" smtClean="0"/>
              <a:t/>
            </a:r>
            <a:br>
              <a:rPr lang="en-GB" dirty="0" smtClean="0"/>
            </a:br>
            <a:r>
              <a:rPr lang="en-GB" dirty="0" smtClean="0"/>
              <a:t>(343,347) – stop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(507,333) – yield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(649,349) – construction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(799,349) – warning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69" name="Shape 169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ps2-3-a-2.png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504950"/>
            <a:ext cx="4097150" cy="24582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sign detection with noise</a:t>
            </a:r>
            <a:endParaRPr/>
          </a:p>
        </p:txBody>
      </p:sp>
      <p:pic>
        <p:nvPicPr>
          <p:cNvPr id="175" name="Shape 1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76" name="Shape 176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(156,332) – yield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(402,444) – warning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(646,244) – </a:t>
            </a:r>
            <a:r>
              <a:rPr lang="en-GB" dirty="0" err="1" smtClean="0"/>
              <a:t>no_entry</a:t>
            </a:r>
            <a:endParaRPr lang="en-GB" dirty="0" smtClean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(872,158) – </a:t>
            </a:r>
            <a:r>
              <a:rPr lang="en-GB" dirty="0" err="1" smtClean="0"/>
              <a:t>traffic_light</a:t>
            </a:r>
            <a:endParaRPr lang="en-GB" dirty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7" name="Shape 177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ps2-4-a-1.png</a:t>
            </a:r>
            <a:endParaRPr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76351"/>
            <a:ext cx="4097150" cy="245829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Shape 182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Multiple sign detection with noise</a:t>
            </a:r>
            <a:endParaRPr/>
          </a:p>
        </p:txBody>
      </p:sp>
      <p:pic>
        <p:nvPicPr>
          <p:cNvPr id="183" name="Shape 1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409715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84" name="Shape 184"/>
          <p:cNvSpPr txBox="1"/>
          <p:nvPr/>
        </p:nvSpPr>
        <p:spPr>
          <a:xfrm>
            <a:off x="5219250" y="1101675"/>
            <a:ext cx="32913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(157,333) – yield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(248,201) – construction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(346,444) – </a:t>
            </a:r>
            <a:r>
              <a:rPr lang="en-GB" dirty="0" err="1" smtClean="0"/>
              <a:t>no_entry</a:t>
            </a:r>
            <a:r>
              <a:rPr lang="en-GB" dirty="0" smtClean="0"/>
              <a:t>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(472,358) – </a:t>
            </a:r>
            <a:r>
              <a:rPr lang="en-GB" dirty="0" err="1" smtClean="0"/>
              <a:t>traffic_light</a:t>
            </a:r>
            <a:endParaRPr lang="en-GB" dirty="0" smtClean="0"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(655,209) – stop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(799,350) – warning 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5" name="Shape 185"/>
          <p:cNvSpPr txBox="1"/>
          <p:nvPr/>
        </p:nvSpPr>
        <p:spPr>
          <a:xfrm>
            <a:off x="537075" y="4351675"/>
            <a:ext cx="38835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ps2-4-a-2.png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39817"/>
            <a:ext cx="4097150" cy="24582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 Problem</a:t>
            </a:r>
            <a:endParaRPr/>
          </a:p>
        </p:txBody>
      </p:sp>
      <p:pic>
        <p:nvPicPr>
          <p:cNvPr id="191" name="Shape 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063375"/>
            <a:ext cx="221440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92" name="Shape 192"/>
          <p:cNvSpPr txBox="1"/>
          <p:nvPr/>
        </p:nvSpPr>
        <p:spPr>
          <a:xfrm>
            <a:off x="6758700" y="1082563"/>
            <a:ext cx="1928100" cy="3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smtClean="0"/>
              <a:t>(600,340) – construction</a:t>
            </a:r>
            <a:endParaRPr dirty="0"/>
          </a:p>
        </p:txBody>
      </p:sp>
      <p:sp>
        <p:nvSpPr>
          <p:cNvPr id="193" name="Shape 193"/>
          <p:cNvSpPr txBox="1"/>
          <p:nvPr/>
        </p:nvSpPr>
        <p:spPr>
          <a:xfrm>
            <a:off x="537075" y="4351675"/>
            <a:ext cx="4999800" cy="3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Input image</a:t>
            </a:r>
            <a:endParaRPr/>
          </a:p>
        </p:txBody>
      </p:sp>
      <p:pic>
        <p:nvPicPr>
          <p:cNvPr id="194" name="Shape 1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2525" y="1063375"/>
            <a:ext cx="2214400" cy="32111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pic>
      <p:sp>
        <p:nvSpPr>
          <p:cNvPr id="195" name="Shape 195"/>
          <p:cNvSpPr txBox="1"/>
          <p:nvPr/>
        </p:nvSpPr>
        <p:spPr>
          <a:xfrm>
            <a:off x="3373925" y="4379200"/>
            <a:ext cx="2214300" cy="1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Output image</a:t>
            </a:r>
            <a:endParaRPr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657350"/>
            <a:ext cx="2228306" cy="17526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0950" y="1399390"/>
            <a:ext cx="3574597" cy="28114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200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 Problem</a:t>
            </a:r>
            <a:endParaRPr/>
          </a:p>
        </p:txBody>
      </p:sp>
      <p:sp>
        <p:nvSpPr>
          <p:cNvPr id="201" name="Shape 201"/>
          <p:cNvSpPr txBox="1">
            <a:spLocks noGrp="1"/>
          </p:cNvSpPr>
          <p:nvPr>
            <p:ph type="body" idx="1"/>
          </p:nvPr>
        </p:nvSpPr>
        <p:spPr>
          <a:xfrm>
            <a:off x="457200" y="1200150"/>
            <a:ext cx="8229600" cy="372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400" b="1" dirty="0" smtClean="0">
                <a:solidFill>
                  <a:schemeClr val="dk1"/>
                </a:solidFill>
              </a:rPr>
              <a:t>To implement real world detection, the size variance must be taken into account, as well as differences in geometry,  </a:t>
            </a:r>
            <a:r>
              <a:rPr lang="en-GB" sz="1400" b="1" dirty="0" err="1" smtClean="0">
                <a:solidFill>
                  <a:schemeClr val="dk1"/>
                </a:solidFill>
              </a:rPr>
              <a:t>color</a:t>
            </a:r>
            <a:r>
              <a:rPr lang="en-GB" sz="1400" b="1" dirty="0" smtClean="0">
                <a:solidFill>
                  <a:schemeClr val="dk1"/>
                </a:solidFill>
              </a:rPr>
              <a:t> variation and skew of the </a:t>
            </a:r>
            <a:r>
              <a:rPr lang="en-GB" sz="1400" b="1" smtClean="0">
                <a:solidFill>
                  <a:schemeClr val="dk1"/>
                </a:solidFill>
              </a:rPr>
              <a:t>signs.  </a:t>
            </a:r>
            <a:endParaRPr sz="1400" b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ight Gradient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250</Words>
  <Application>Microsoft Office PowerPoint</Application>
  <PresentationFormat>On-screen Show (16:9)</PresentationFormat>
  <Paragraphs>65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Simple Light</vt:lpstr>
      <vt:lpstr>Light Gradient</vt:lpstr>
      <vt:lpstr>Computer Vision  Fall 2017 Problem Set #2</vt:lpstr>
      <vt:lpstr>Traffic Light Detection</vt:lpstr>
      <vt:lpstr>Traffic Light Detection</vt:lpstr>
      <vt:lpstr>Traffic Light Detection</vt:lpstr>
      <vt:lpstr>Traffic Light Detection</vt:lpstr>
      <vt:lpstr>Traffic Sign Detection - Do not enter</vt:lpstr>
      <vt:lpstr>Traffic Sign Detection - Stop</vt:lpstr>
      <vt:lpstr>Traffic Sign Detection - Construction</vt:lpstr>
      <vt:lpstr>Traffic Sign Detection - Warning</vt:lpstr>
      <vt:lpstr>Traffic Sign Detection - Yield</vt:lpstr>
      <vt:lpstr>Multiple sign detection</vt:lpstr>
      <vt:lpstr>Multiple sign detection</vt:lpstr>
      <vt:lpstr>Multiple sign detection with noise</vt:lpstr>
      <vt:lpstr>Multiple sign detection with noise</vt:lpstr>
      <vt:lpstr>Challenge Problem</vt:lpstr>
      <vt:lpstr>Challenge Problem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 Fall 2017 Problem Set #2</dc:title>
  <dc:creator>Astro</dc:creator>
  <cp:lastModifiedBy>Windows User</cp:lastModifiedBy>
  <cp:revision>8</cp:revision>
  <dcterms:modified xsi:type="dcterms:W3CDTF">2018-02-05T06:09:33Z</dcterms:modified>
</cp:coreProperties>
</file>