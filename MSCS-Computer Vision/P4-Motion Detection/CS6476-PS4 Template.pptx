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64" d="100"/>
          <a:sy n="164" d="100"/>
        </p:scale>
        <p:origin x="-11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17801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Shape 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Shape 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Shape 1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Shape 1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Shape 12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Shape 1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Shape 1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Shape 1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Shape 2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Shape 2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Shape 2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228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ight-gradient">
    <p:bg>
      <p:bgPr>
        <a:gradFill>
          <a:gsLst>
            <a:gs pos="0">
              <a:schemeClr val="lt1"/>
            </a:gs>
            <a:gs pos="30000">
              <a:schemeClr val="lt1"/>
            </a:gs>
            <a:gs pos="100000">
              <a:schemeClr val="lt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 sz="30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mallpdf.com/compress-pdf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ctrTitle"/>
          </p:nvPr>
        </p:nvSpPr>
        <p:spPr>
          <a:xfrm>
            <a:off x="685800" y="265900"/>
            <a:ext cx="7772400" cy="247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Computer Vision </a:t>
            </a:r>
            <a:endParaRPr sz="36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Spring 2018</a:t>
            </a:r>
            <a:endParaRPr sz="36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Problem Set #4</a:t>
            </a:r>
            <a:endParaRPr sz="3600"/>
          </a:p>
        </p:txBody>
      </p:sp>
      <p:sp>
        <p:nvSpPr>
          <p:cNvPr id="35" name="Shape 35"/>
          <p:cNvSpPr txBox="1">
            <a:spLocks noGrp="1"/>
          </p:cNvSpPr>
          <p:nvPr>
            <p:ph type="subTitle" idx="1"/>
          </p:nvPr>
        </p:nvSpPr>
        <p:spPr>
          <a:xfrm>
            <a:off x="685800" y="3042499"/>
            <a:ext cx="7772400" cy="11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 smtClean="0"/>
              <a:t>Sergiy</a:t>
            </a:r>
            <a:r>
              <a:rPr lang="en-US" sz="1800" dirty="0" smtClean="0"/>
              <a:t> </a:t>
            </a:r>
            <a:r>
              <a:rPr lang="en-US" sz="1800" dirty="0" err="1" smtClean="0"/>
              <a:t>Palguyev</a:t>
            </a:r>
            <a:endParaRPr sz="18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/>
              <a:t>Sergiy.palguyev@gatech.edu</a:t>
            </a:r>
            <a:endParaRPr sz="18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" name="Shape 36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1a: Base Shift0 and ShiftR2</a:t>
            </a:r>
            <a:endParaRPr/>
          </a:p>
        </p:txBody>
      </p:sp>
      <p:sp>
        <p:nvSpPr>
          <p:cNvPr id="42" name="Shape 42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43" name="Shape 43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ps4-1-a-1.png</a:t>
            </a:r>
            <a:endParaRPr/>
          </a:p>
        </p:txBody>
      </p:sp>
      <p:pic>
        <p:nvPicPr>
          <p:cNvPr id="44" name="Shape 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3425" y="1082863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400" y="1068300"/>
            <a:ext cx="4036600" cy="3027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1a: Base Shift0 and ShiftR5U5</a:t>
            </a:r>
            <a:endParaRPr/>
          </a:p>
        </p:txBody>
      </p:sp>
      <p:sp>
        <p:nvSpPr>
          <p:cNvPr id="50" name="Shape 50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51" name="Shape 51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ps4-1-a-2.png</a:t>
            </a:r>
            <a:endParaRPr/>
          </a:p>
        </p:txBody>
      </p:sp>
      <p:pic>
        <p:nvPicPr>
          <p:cNvPr id="52" name="Shape 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3425" y="1082863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900" y="1136625"/>
            <a:ext cx="4138200" cy="3103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1b: Base Shift0 and ShiftR10</a:t>
            </a:r>
            <a:endParaRPr/>
          </a:p>
        </p:txBody>
      </p:sp>
      <p:sp>
        <p:nvSpPr>
          <p:cNvPr id="58" name="Shape 58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59" name="Shape 59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ps4-1-b-1.png</a:t>
            </a:r>
            <a:endParaRPr/>
          </a:p>
        </p:txBody>
      </p:sp>
      <p:pic>
        <p:nvPicPr>
          <p:cNvPr id="60" name="Shape 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3425" y="1082863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085850"/>
            <a:ext cx="401320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1b: Base Shift0 and ShiftR20</a:t>
            </a:r>
            <a:endParaRPr/>
          </a:p>
        </p:txBody>
      </p:sp>
      <p:sp>
        <p:nvSpPr>
          <p:cNvPr id="66" name="Shape 66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67" name="Shape 67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ps4-1-b-2.png</a:t>
            </a:r>
            <a:endParaRPr/>
          </a:p>
        </p:txBody>
      </p:sp>
      <p:pic>
        <p:nvPicPr>
          <p:cNvPr id="68" name="Shape 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3425" y="1082863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085850"/>
            <a:ext cx="401320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1b: Base Shift0 and ShiftR40</a:t>
            </a:r>
            <a:endParaRPr/>
          </a:p>
        </p:txBody>
      </p:sp>
      <p:sp>
        <p:nvSpPr>
          <p:cNvPr id="74" name="Shape 74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75" name="Shape 75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ps4-1-b-3.png</a:t>
            </a:r>
            <a:endParaRPr/>
          </a:p>
        </p:txBody>
      </p:sp>
      <p:pic>
        <p:nvPicPr>
          <p:cNvPr id="76" name="Shape 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3425" y="1082863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400" y="1068300"/>
            <a:ext cx="4036600" cy="3027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1b: Text Response</a:t>
            </a:r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LK still works but the parameters must be tuned. More specifically, the size of averaging kernel must be tuned in addition to modyfing the filterig type as well.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Shape 83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2a: Gaussian Pyramid</a:t>
            </a:r>
            <a:endParaRPr/>
          </a:p>
        </p:txBody>
      </p:sp>
      <p:sp>
        <p:nvSpPr>
          <p:cNvPr id="89" name="Shape 89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90" name="Shape 90"/>
          <p:cNvSpPr txBox="1"/>
          <p:nvPr/>
        </p:nvSpPr>
        <p:spPr>
          <a:xfrm>
            <a:off x="2079100" y="444007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ps4-2-a-1.png</a:t>
            </a:r>
            <a:endParaRPr/>
          </a:p>
        </p:txBody>
      </p:sp>
      <p:pic>
        <p:nvPicPr>
          <p:cNvPr id="91" name="Shape 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350" y="1116713"/>
            <a:ext cx="7734300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47" y="1002304"/>
            <a:ext cx="7688506" cy="32672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2b: Laplacian Pyramid</a:t>
            </a:r>
            <a:endParaRPr/>
          </a:p>
        </p:txBody>
      </p:sp>
      <p:sp>
        <p:nvSpPr>
          <p:cNvPr id="97" name="Shape 97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98" name="Shape 98"/>
          <p:cNvSpPr txBox="1"/>
          <p:nvPr/>
        </p:nvSpPr>
        <p:spPr>
          <a:xfrm>
            <a:off x="2079100" y="444007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Laplacian Pyramid Image </a:t>
            </a: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ps4-2-b-1.png</a:t>
            </a:r>
            <a:endParaRPr/>
          </a:p>
        </p:txBody>
      </p:sp>
      <p:pic>
        <p:nvPicPr>
          <p:cNvPr id="99" name="Shape 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350" y="1116713"/>
            <a:ext cx="7734300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73" y="1116713"/>
            <a:ext cx="7233955" cy="30741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3a: Difference images</a:t>
            </a:r>
            <a:endParaRPr/>
          </a:p>
        </p:txBody>
      </p:sp>
      <p:sp>
        <p:nvSpPr>
          <p:cNvPr id="105" name="Shape 105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06" name="Shape 106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ps4-3-a-1.png</a:t>
            </a:r>
            <a:endParaRPr/>
          </a:p>
        </p:txBody>
      </p:sp>
      <p:pic>
        <p:nvPicPr>
          <p:cNvPr id="107" name="Shape 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3425" y="1082863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3a: Difference images (cont.)</a:t>
            </a:r>
            <a:endParaRPr/>
          </a:p>
        </p:txBody>
      </p:sp>
      <p:sp>
        <p:nvSpPr>
          <p:cNvPr id="113" name="Shape 113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14" name="Shape 114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ps4-3-a-2.png</a:t>
            </a:r>
            <a:endParaRPr/>
          </a:p>
        </p:txBody>
      </p:sp>
      <p:pic>
        <p:nvPicPr>
          <p:cNvPr id="115" name="Shape 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3425" y="1082863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4a: Hierarchical LK</a:t>
            </a:r>
            <a:endParaRPr/>
          </a:p>
        </p:txBody>
      </p:sp>
      <p:sp>
        <p:nvSpPr>
          <p:cNvPr id="121" name="Shape 121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22" name="Shape 122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ps4-4-a-1.png</a:t>
            </a:r>
            <a:endParaRPr/>
          </a:p>
        </p:txBody>
      </p:sp>
      <p:pic>
        <p:nvPicPr>
          <p:cNvPr id="123" name="Shape 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3425" y="1082863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4a: Hierarchical LK (cont.)</a:t>
            </a:r>
            <a:endParaRPr/>
          </a:p>
        </p:txBody>
      </p:sp>
      <p:sp>
        <p:nvSpPr>
          <p:cNvPr id="129" name="Shape 129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30" name="Shape 130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ps4-4-a-2.png</a:t>
            </a:r>
            <a:endParaRPr/>
          </a:p>
        </p:txBody>
      </p:sp>
      <p:pic>
        <p:nvPicPr>
          <p:cNvPr id="131" name="Shape 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3425" y="1082863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4a: Hierarchical LK (cont.)</a:t>
            </a:r>
            <a:endParaRPr/>
          </a:p>
        </p:txBody>
      </p:sp>
      <p:sp>
        <p:nvSpPr>
          <p:cNvPr id="137" name="Shape 137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38" name="Shape 138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ps4-4-a-3.png</a:t>
            </a:r>
            <a:endParaRPr/>
          </a:p>
        </p:txBody>
      </p:sp>
      <p:pic>
        <p:nvPicPr>
          <p:cNvPr id="139" name="Shape 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3425" y="1082863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4b: Hierarchical LK (cont.)</a:t>
            </a:r>
            <a:endParaRPr/>
          </a:p>
        </p:txBody>
      </p:sp>
      <p:sp>
        <p:nvSpPr>
          <p:cNvPr id="145" name="Shape 145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46" name="Shape 146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ps4-4-b-1.png</a:t>
            </a:r>
            <a:endParaRPr/>
          </a:p>
        </p:txBody>
      </p:sp>
      <p:pic>
        <p:nvPicPr>
          <p:cNvPr id="147" name="Shape 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3425" y="1082863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4b: Hierarchical LK (cont.)</a:t>
            </a:r>
            <a:endParaRPr/>
          </a:p>
        </p:txBody>
      </p:sp>
      <p:sp>
        <p:nvSpPr>
          <p:cNvPr id="153" name="Shape 153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54" name="Shape 154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ps4-4-b-2.png</a:t>
            </a:r>
            <a:endParaRPr/>
          </a:p>
        </p:txBody>
      </p:sp>
      <p:pic>
        <p:nvPicPr>
          <p:cNvPr id="155" name="Shape 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3425" y="1082863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5a: Frame Interpolation</a:t>
            </a:r>
            <a:endParaRPr/>
          </a:p>
        </p:txBody>
      </p:sp>
      <p:sp>
        <p:nvSpPr>
          <p:cNvPr id="161" name="Shape 161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62" name="Shape 162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ps4-5-a-1.png</a:t>
            </a:r>
            <a:endParaRPr/>
          </a:p>
        </p:txBody>
      </p:sp>
      <p:grpSp>
        <p:nvGrpSpPr>
          <p:cNvPr id="163" name="Shape 163"/>
          <p:cNvGrpSpPr/>
          <p:nvPr/>
        </p:nvGrpSpPr>
        <p:grpSpPr>
          <a:xfrm>
            <a:off x="1624313" y="1233174"/>
            <a:ext cx="5895375" cy="3080350"/>
            <a:chOff x="1277850" y="1063374"/>
            <a:chExt cx="5895375" cy="3080350"/>
          </a:xfrm>
        </p:grpSpPr>
        <p:pic>
          <p:nvPicPr>
            <p:cNvPr id="164" name="Shape 1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77850" y="1063374"/>
              <a:ext cx="1965125" cy="1540175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65" name="Shape 16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42975" y="1063374"/>
              <a:ext cx="1965125" cy="1540175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66" name="Shape 16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08100" y="1063374"/>
              <a:ext cx="1965125" cy="1540175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67" name="Shape 16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77850" y="2603549"/>
              <a:ext cx="1965125" cy="1540175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68" name="Shape 16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42975" y="2603549"/>
              <a:ext cx="1965125" cy="1540175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69" name="Shape 1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08100" y="2603549"/>
              <a:ext cx="1965125" cy="1540175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5b: Frame Interpolation</a:t>
            </a:r>
            <a:endParaRPr/>
          </a:p>
        </p:txBody>
      </p:sp>
      <p:sp>
        <p:nvSpPr>
          <p:cNvPr id="175" name="Shape 175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76" name="Shape 176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ps4-5-b-1.png</a:t>
            </a:r>
            <a:endParaRPr/>
          </a:p>
        </p:txBody>
      </p:sp>
      <p:grpSp>
        <p:nvGrpSpPr>
          <p:cNvPr id="177" name="Shape 177"/>
          <p:cNvGrpSpPr/>
          <p:nvPr/>
        </p:nvGrpSpPr>
        <p:grpSpPr>
          <a:xfrm>
            <a:off x="1624313" y="1233174"/>
            <a:ext cx="5895375" cy="3080350"/>
            <a:chOff x="1277850" y="1063374"/>
            <a:chExt cx="5895375" cy="3080350"/>
          </a:xfrm>
        </p:grpSpPr>
        <p:pic>
          <p:nvPicPr>
            <p:cNvPr id="178" name="Shape 1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77850" y="1063374"/>
              <a:ext cx="1965125" cy="1540175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79" name="Shape 1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42975" y="1063374"/>
              <a:ext cx="1965125" cy="1540175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80" name="Shape 1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08100" y="1063374"/>
              <a:ext cx="1965125" cy="1540175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81" name="Shape 18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77850" y="2603549"/>
              <a:ext cx="1965125" cy="1540175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82" name="Shape 18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42975" y="2603549"/>
              <a:ext cx="1965125" cy="1540175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83" name="Shape 1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08100" y="2603549"/>
              <a:ext cx="1965125" cy="1540175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5b: Frame Interpolation</a:t>
            </a:r>
            <a:endParaRPr/>
          </a:p>
        </p:txBody>
      </p:sp>
      <p:sp>
        <p:nvSpPr>
          <p:cNvPr id="189" name="Shape 189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90" name="Shape 190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ps4-5-b-2.png</a:t>
            </a:r>
            <a:endParaRPr/>
          </a:p>
        </p:txBody>
      </p:sp>
      <p:grpSp>
        <p:nvGrpSpPr>
          <p:cNvPr id="191" name="Shape 191"/>
          <p:cNvGrpSpPr/>
          <p:nvPr/>
        </p:nvGrpSpPr>
        <p:grpSpPr>
          <a:xfrm>
            <a:off x="1624313" y="1233174"/>
            <a:ext cx="5895375" cy="3080350"/>
            <a:chOff x="1277850" y="1063374"/>
            <a:chExt cx="5895375" cy="3080350"/>
          </a:xfrm>
        </p:grpSpPr>
        <p:pic>
          <p:nvPicPr>
            <p:cNvPr id="192" name="Shape 1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77850" y="1063374"/>
              <a:ext cx="1965125" cy="1540175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3" name="Shape 1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42975" y="1063374"/>
              <a:ext cx="1965125" cy="1540175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4" name="Shape 1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08100" y="1063374"/>
              <a:ext cx="1965125" cy="1540175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5" name="Shape 1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77850" y="2603549"/>
              <a:ext cx="1965125" cy="1540175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6" name="Shape 1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42975" y="2603549"/>
              <a:ext cx="1965125" cy="1540175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7" name="Shape 1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08100" y="2603549"/>
              <a:ext cx="1965125" cy="1540175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6: Challenge Problem</a:t>
            </a:r>
            <a:endParaRPr/>
          </a:p>
        </p:txBody>
      </p:sp>
      <p:sp>
        <p:nvSpPr>
          <p:cNvPr id="203" name="Shape 203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204" name="Shape 204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ps4-6-a-1.png</a:t>
            </a:r>
            <a:endParaRPr/>
          </a:p>
        </p:txBody>
      </p:sp>
      <p:pic>
        <p:nvPicPr>
          <p:cNvPr id="205" name="Shape 2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3425" y="1082863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6: Challenge Problem (cont.)</a:t>
            </a:r>
            <a:endParaRPr/>
          </a:p>
        </p:txBody>
      </p:sp>
      <p:sp>
        <p:nvSpPr>
          <p:cNvPr id="211" name="Shape 211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212" name="Shape 212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ps4-6-a-2.png</a:t>
            </a:r>
            <a:endParaRPr/>
          </a:p>
        </p:txBody>
      </p:sp>
      <p:pic>
        <p:nvPicPr>
          <p:cNvPr id="213" name="Shape 2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3425" y="1082863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6: Challenge Problem (cont.)</a:t>
            </a:r>
            <a:endParaRPr/>
          </a:p>
        </p:txBody>
      </p:sp>
      <p:sp>
        <p:nvSpPr>
          <p:cNvPr id="219" name="Shape 219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220" name="Shape 220"/>
          <p:cNvSpPr txBox="1"/>
          <p:nvPr/>
        </p:nvSpPr>
        <p:spPr>
          <a:xfrm>
            <a:off x="1113700" y="2432550"/>
            <a:ext cx="6990000" cy="10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Link</a:t>
            </a:r>
            <a:endParaRPr sz="3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your pdf is larger than 7MB</a:t>
            </a:r>
            <a:endParaRPr/>
          </a:p>
        </p:txBody>
      </p:sp>
      <p:sp>
        <p:nvSpPr>
          <p:cNvPr id="226" name="Shape 22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Please compress it using (or something similar):</a:t>
            </a:r>
            <a:endParaRPr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https://smallpdf.com/compress-pdf</a:t>
            </a:r>
            <a:r>
              <a:rPr lang="en"/>
              <a:t> </a:t>
            </a:r>
            <a:endParaRPr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Verify that all images are still visible for grading.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ght Gradien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299</Words>
  <Application>Microsoft Office PowerPoint</Application>
  <PresentationFormat>On-screen Show (16:9)</PresentationFormat>
  <Paragraphs>74</Paragraphs>
  <Slides>23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Light Gradient</vt:lpstr>
      <vt:lpstr>Computer Vision  Spring 2018 Problem Set #4</vt:lpstr>
      <vt:lpstr>1a: Base Shift0 and ShiftR2</vt:lpstr>
      <vt:lpstr>1a: Base Shift0 and ShiftR5U5</vt:lpstr>
      <vt:lpstr>1b: Base Shift0 and ShiftR10</vt:lpstr>
      <vt:lpstr>1b: Base Shift0 and ShiftR20</vt:lpstr>
      <vt:lpstr>1b: Base Shift0 and ShiftR40</vt:lpstr>
      <vt:lpstr>1b: Text Response</vt:lpstr>
      <vt:lpstr>2a: Gaussian Pyramid</vt:lpstr>
      <vt:lpstr>2b: Laplacian Pyramid</vt:lpstr>
      <vt:lpstr>3a: Difference images</vt:lpstr>
      <vt:lpstr>3a: Difference images (cont.)</vt:lpstr>
      <vt:lpstr>4a: Hierarchical LK</vt:lpstr>
      <vt:lpstr>4a: Hierarchical LK (cont.)</vt:lpstr>
      <vt:lpstr>4a: Hierarchical LK (cont.)</vt:lpstr>
      <vt:lpstr>4b: Hierarchical LK (cont.)</vt:lpstr>
      <vt:lpstr>4b: Hierarchical LK (cont.)</vt:lpstr>
      <vt:lpstr>5a: Frame Interpolation</vt:lpstr>
      <vt:lpstr>5b: Frame Interpolation</vt:lpstr>
      <vt:lpstr>5b: Frame Interpolation</vt:lpstr>
      <vt:lpstr>6: Challenge Problem</vt:lpstr>
      <vt:lpstr>6: Challenge Problem (cont.)</vt:lpstr>
      <vt:lpstr>6: Challenge Problem (cont.)</vt:lpstr>
      <vt:lpstr>If your pdf is larger than 7MB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 Spring 2018 Problem Set #4</dc:title>
  <dc:creator>Astro</dc:creator>
  <cp:lastModifiedBy>Windows User</cp:lastModifiedBy>
  <cp:revision>3</cp:revision>
  <dcterms:modified xsi:type="dcterms:W3CDTF">2018-03-05T10:54:22Z</dcterms:modified>
</cp:coreProperties>
</file>